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374" r:id="rId4"/>
    <p:sldId id="372" r:id="rId5"/>
    <p:sldId id="375" r:id="rId6"/>
    <p:sldId id="376" r:id="rId7"/>
    <p:sldId id="373" r:id="rId8"/>
    <p:sldId id="3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92" d="100"/>
          <a:sy n="92" d="100"/>
        </p:scale>
        <p:origin x="336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INCIDENT-IQ 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COLLEGE NAME 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RAJALAKSHMI ENGINEERING COLLEGE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ACADEMIC YEAR :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2026 - 27</a:t>
            </a: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PRAVEEN V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2116-241901082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 OVERVIEW 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>
            <a:noAutofit/>
          </a:bodyPr>
          <a:lstStyle/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Industry: </a:t>
            </a: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protecting computer systems, networks, applications, and sensitive information from cyber threats.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Incident Management: </a:t>
            </a: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reporting, investigating, prioritizing, and resolving incidents such as phishing attacks, unauthorized access, and malware infections.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Challenge: </a:t>
            </a: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organizations and colleges may manage security incidents through emails, spreadsheets, or scattered messages, making tracking and coordination difficult.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Relevance: </a:t>
            </a: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IncidentIQ provides a centralized platform to manage incident reports, assign investigators, track response activities, and maintain an audit trail.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</a:t>
            </a: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cybersecurity departments, IT support teams, small and medium-sized businesses, and security operations teams.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0" y="1750000"/>
            <a:ext cx="5450000" cy="4300000"/>
          </a:xfrm>
        </p:spPr>
        <p:txBody>
          <a:bodyPr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are often recorded across different platforms, making it difficult to monitor their progress.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can lead to delayed responses, unclear responsibilities, and missing investigation records.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a centralized and secure system to manage incidents throughout their lifecycle.</a:t>
            </a:r>
          </a:p>
        </p:txBody>
      </p:sp>
      <p:sp>
        <p:nvSpPr>
          <p:cNvPr id="31" name="Content 2"/>
          <p:cNvSpPr txBox="1"/>
          <p:nvPr/>
        </p:nvSpPr>
        <p:spPr>
          <a:xfrm>
            <a:off x="6250000" y="1750000"/>
            <a:ext cx="5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web portal for reporting and managing cybersecurity incidents.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severity classification, investigator assignment, and status tracking.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evidence, comments, response tasks, and incident history.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dashboards and reports to support incident monitoring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0" y="1750000"/>
            <a:ext cx="5450000" cy="4300000"/>
          </a:xfrm>
        </p:spPr>
        <p:txBody>
          <a:bodyPr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19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 (ES6+), Fetch API, Chart.js.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 for REST API development.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for storing incidents, users, tasks, and related records.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limiting, which caps how many requests a user can send in a short time. It protects login and incident reporting from brute-force attempts and spam.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pg-mem, used for automated testing and database fallback support, so tests can run without a live PostgreSQL server.</a:t>
            </a:r>
          </a:p>
        </p:txBody>
      </p:sp>
      <p:sp>
        <p:nvSpPr>
          <p:cNvPr id="32" name="Content 2"/>
          <p:cNvSpPr txBox="1"/>
          <p:nvPr/>
        </p:nvSpPr>
        <p:spPr>
          <a:xfrm>
            <a:off x="6250000" y="1750000"/>
            <a:ext cx="5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19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 modular architecture with routes, controllers, repositories, and services.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user authentication and role-based access control.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incident reporting, assignment, status updates, and evidence upload.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dashboard analytics and CSV report export.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parameterized SQL queries and input validation to improve application security.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AND KEY FEATURES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0" y="1750000"/>
            <a:ext cx="5450000" cy="4300000"/>
          </a:xfrm>
        </p:spPr>
        <p:txBody>
          <a:bodyPr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IncidentIQ Workflow: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submit cybersecurity incidents with relevant details.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assess severity and prioritize incidents.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assign incidents to investigators.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Investigators add comments, upload evidence, and create response tasks.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Authorized personnel update the incident status as the response progresses.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+mj-lt"/>
              <a:buAutoNum type="arabicPeriod"/>
            </a:pPr>
            <a:r>
              <a:rPr lang="en-IN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Monitor: </a:t>
            </a: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audit logs help administrators review activity and incident trends.</a:t>
            </a:r>
          </a:p>
        </p:txBody>
      </p:sp>
      <p:sp>
        <p:nvSpPr>
          <p:cNvPr id="33" name="Content 2"/>
          <p:cNvSpPr txBox="1"/>
          <p:nvPr/>
        </p:nvSpPr>
        <p:spPr>
          <a:xfrm>
            <a:off x="6250000" y="1750000"/>
            <a:ext cx="5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for administrators, investigators, and reporters.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severity and status management.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upload and authorized download.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assignment and progress tracking.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analytics, CSV exports, and audit logs.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 AND SECURITY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00" y="1750000"/>
            <a:ext cx="5450000" cy="4300000"/>
          </a:xfrm>
        </p:spPr>
        <p:txBody>
          <a:bodyPr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 </a:t>
            </a: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 provide the user interface and interact with the backend through the Fetch API.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</a:t>
            </a: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 handle API requests, business logic, authentication, and incident operations.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Layer: </a:t>
            </a: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stores application records and supports structured data retrieval.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 </a:t>
            </a: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Routes, controllers, repositories, and services separate responsibilities and improve maintainability.</a:t>
            </a:r>
          </a:p>
        </p:txBody>
      </p:sp>
      <p:sp>
        <p:nvSpPr>
          <p:cNvPr id="34" name="Content 2"/>
          <p:cNvSpPr txBox="1"/>
          <p:nvPr/>
        </p:nvSpPr>
        <p:spPr>
          <a:xfrm>
            <a:off x="6250000" y="1750000"/>
            <a:ext cx="5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 using bcryptjs.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Session-based authentication with secure cookie settings.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authorization for restricted operations.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SQL queries to prevent SQL injection.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CSRF protection, input validation, and API rate limiting.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and access checks for incident-related resources.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  <a:r>
              <a:rPr lang="en-IN" sz="1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Jest and Supertest support automated testing of authentication, access control, input validation, and incident status transitions.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>
            <a:noAutofit/>
          </a:bodyPr>
          <a:lstStyle/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IncidentIQ as a centralized cybersecurity incident management portal.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incident reporting, severity classification, investigator assignment, and status tracking.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evidence management, investigation comments, and response task tracking.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dashboards and analytics to summarize incident activity and support monitoring.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role-based permissions and security controls to protect sensitive operations.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audit logs and CSV exports to support accountability and reporting.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the application into modular components to improve maintainability and future expansion.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system for potential use in colleges, IT departments, small businesses, and security training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755651" y="587829"/>
            <a:ext cx="1066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emonstration"/>
          <p:cNvSpPr txBox="1"/>
          <p:nvPr/>
        </p:nvSpPr>
        <p:spPr>
          <a:xfrm>
            <a:off x="600000" y="1750000"/>
            <a:ext cx="545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 with role-based access.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displaying incident statistics and charts.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reporting form and incident listing page.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details with severity, status, comments, and evidence.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 and investigator assignment.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and audit log interface.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9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 page with CSV export functionality.</a:t>
            </a:r>
          </a:p>
        </p:txBody>
      </p:sp>
      <p:sp>
        <p:nvSpPr>
          <p:cNvPr id="36" name="Conclusion"/>
          <p:cNvSpPr txBox="1"/>
          <p:nvPr/>
        </p:nvSpPr>
        <p:spPr>
          <a:xfrm>
            <a:off x="6250000" y="1750000"/>
            <a:ext cx="5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IN" sz="19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IncidentIQ provides a structured approach to cybersecurity incident management by bringing reporting, investigation, task tracking, evidence handling, and analytics into one platform. It demonstrates the practical application of full-stack web development and security engineering.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9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and real-time incident notifications.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threat intelligence feeds.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incident prioritization.</a:t>
            </a:r>
          </a:p>
          <a:p>
            <a:pPr marL="285750" indent="-285750" algn="l">
              <a:spcBef>
                <a:spcPts val="400"/>
              </a:spcBef>
              <a:buClr>
                <a:srgbClr val="CC0000"/>
              </a:buClr>
              <a:buFont typeface="Arial"/>
              <a:buChar char="•"/>
            </a:pPr>
            <a:r>
              <a:rPr lang="en-IN" sz="1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security monitoring tools such as SIEM platforms.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933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PROJECT OVERVIEW </vt:lpstr>
      <vt:lpstr>PROBLEM STATEMENT / OBJECTIVE</vt:lpstr>
      <vt:lpstr>TOOLS, TECHNOLOGIES AND IMPLEMENTATION</vt:lpstr>
      <vt:lpstr>SYSTEM WORKFLOW AND KEY FEATURES</vt:lpstr>
      <vt:lpstr>TECHNICAL ARCHITECTURE AND SECURITY</vt:lpstr>
      <vt:lpstr>PROJECT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Praveen V</cp:lastModifiedBy>
  <cp:revision>44</cp:revision>
  <dcterms:created xsi:type="dcterms:W3CDTF">2023-08-03T04:32:32Z</dcterms:created>
  <dcterms:modified xsi:type="dcterms:W3CDTF">2026-10-27T12:40:05Z</dcterms:modified>
</cp:coreProperties>
</file>